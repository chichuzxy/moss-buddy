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6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Moss Buddy</a:t>
            </a:r>
          </a:p>
          <a:p>
            <a:pPr>
              <a:spcBef>
                <a:spcPts val="2000"/>
              </a:spcBef>
              <a:defRPr sz="2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Monad AI 陪伴助手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303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AI × Web3 School 训练营参赛项目</a:t>
            </a:r>
          </a:p>
          <a:p>
            <a:pPr>
              <a:spcBef>
                <a:spcPts val="800"/>
              </a:spcBef>
              <a:defRPr sz="16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作者：Chichuzxy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Web3 新手的三道门槛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9728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2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领测试币像走迷宫 —— 找不到入口、步骤繁琐、全英文界面劝退新人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2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2. 查链上数据门槛高 —— 需要学习区块浏览器、RPC 调用，新手无从下手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2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3. 专业术语看不懂 —— Gas、DeFi、NFT 等概念晦涩，学习成本高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目标：让 Web3 新手 30 秒内完成第一次链上交互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解决方案：对话式 AI 一站式解决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9728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  <a:defRPr sz="2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🚰  一键引导领取测试币</a:t>
            </a:r>
          </a:p>
          <a:p>
            <a:pPr>
              <a:lnSpc>
                <a:spcPct val="200000"/>
              </a:lnSpc>
              <a:spcAft>
                <a:spcPts val="1200"/>
              </a:spcAft>
              <a:defRPr sz="2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🔍  实时查询链上状态</a:t>
            </a:r>
          </a:p>
          <a:p>
            <a:pPr>
              <a:lnSpc>
                <a:spcPct val="200000"/>
              </a:lnSpc>
              <a:spcAft>
                <a:spcPts val="1200"/>
              </a:spcAft>
              <a:defRPr sz="2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💡  大白话解释 Web3 概念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2550" y="1687830"/>
            <a:ext cx="6450330" cy="440118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功能一：AI 引导领水，说一句就搞定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9728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自动识别钱包地址，支持一键复制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右侧弹出领水面板，操作步骤清晰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中文操作指引，覆盖英文水龙头页面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全程 AI 引导，领完自动帮查余额到账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5770" y="1475105"/>
            <a:ext cx="6411595" cy="468757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功能二：自然语言直连链上数据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9728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2925" y="1903095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2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说「查余额」即可获取 Monad 测试网余额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2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支持查询交易状态、区块高度等链上信息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2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fetch 直连 RPC，不依赖 ethers 等重型库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2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内置自动回退机制，查询稳定可靠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9365" y="1903095"/>
            <a:ext cx="5643245" cy="428307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功能三：把 Web3 术语翻译成生活语言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9728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2095" y="1943735"/>
            <a:ext cx="6831965" cy="439483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22860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Gas 费 = 开车的油钱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私钥 = 家门钥匙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内置 5+ 生活化比喻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AI 可动态扩展更多概念解释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技术架构：轻量全栈设计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9728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6002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▌ 前端层</a:t>
            </a:r>
          </a:p>
          <a:p>
            <a:pPr>
              <a:spcAft>
                <a:spcPts val="2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原生 HTML/CSS/JS · 暖色奶油主题 · 响应式布局</a:t>
            </a:r>
          </a:p>
          <a:p>
            <a:pPr>
              <a:spcAft>
                <a:spcPts val="600"/>
              </a:spcAft>
              <a:defRPr sz="2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▌ 服务层</a:t>
            </a:r>
          </a:p>
          <a:p>
            <a:pPr>
              <a:spcAft>
                <a:spcPts val="2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Node.js + Express · Vercel Serverless 部署</a:t>
            </a:r>
          </a:p>
          <a:p>
            <a:pPr>
              <a:spcAft>
                <a:spcPts val="600"/>
              </a:spcAft>
              <a:defRPr sz="2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▌ AI 层</a:t>
            </a:r>
          </a:p>
          <a:p>
            <a:pPr>
              <a:spcAft>
                <a:spcPts val="2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OpenAI 兼容 API · Function Calling 工具调用</a:t>
            </a:r>
          </a:p>
          <a:p>
            <a:pPr>
              <a:spcAft>
                <a:spcPts val="600"/>
              </a:spcAft>
              <a:defRPr sz="2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▌ 工具层</a:t>
            </a:r>
          </a:p>
          <a:p>
            <a:pPr>
              <a:spcAft>
                <a:spcPts val="2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领水引导 / 链上查询 / 概念解释 三大能力</a:t>
            </a:r>
          </a:p>
          <a:p>
            <a:pPr>
              <a:spcAft>
                <a:spcPts val="600"/>
              </a:spcAft>
              <a:defRPr sz="2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▌ 数据层</a:t>
            </a:r>
          </a:p>
          <a:p>
            <a:pPr>
              <a:spcAft>
                <a:spcPts val="2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Monad Testnet RPC · 自动回退 · ethers-free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0720" y="6238240"/>
            <a:ext cx="6704965" cy="4565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6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钱包兼容：MetaMask / Rabby / OKX / Trust Wallet 自动检测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设计亮点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9728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47548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暖色奶油主题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4206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橙色+奶油白配色，降低新手焦虑感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7548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响应式布局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651760"/>
            <a:ext cx="4206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侧边栏自动伸缩，适配不同屏幕尺寸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840480"/>
            <a:ext cx="47548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14800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AI 输出优化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663440"/>
            <a:ext cx="4206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禁用 Markdown 加粗，回复干净自然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40480"/>
            <a:ext cx="47548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114800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多钱包兼容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663440"/>
            <a:ext cx="4206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自动检测主流钱包，连接后自动填地址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Moss Buddy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演示地址：moss-buddy.vercel.app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GitHub：github.com/Chichuzxy/moss-buddy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Mojo 提交 ID：311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让每一个 Web3 新手都有自己的 AI 引路人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1021</Words>
  <Application>WPS 演示</Application>
  <PresentationFormat>On-screen Show (4:3)</PresentationFormat>
  <Paragraphs>82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WPS_1629980178</cp:lastModifiedBy>
  <cp:revision>4</cp:revision>
  <dcterms:created xsi:type="dcterms:W3CDTF">2013-01-27T09:14:00Z</dcterms:created>
  <dcterms:modified xsi:type="dcterms:W3CDTF">2026-08-08T09:23:22Z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48847852694E45D98A973C72D0F47098_12</vt:lpwstr>
  </property>
</Properties>
</file>